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6" r:id="rId3"/>
    <p:sldId id="258" r:id="rId4"/>
    <p:sldId id="261" r:id="rId5"/>
    <p:sldId id="262" r:id="rId6"/>
    <p:sldId id="263" r:id="rId7"/>
    <p:sldId id="259" r:id="rId8"/>
    <p:sldId id="260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35"/>
    <p:restoredTop sz="94750"/>
  </p:normalViewPr>
  <p:slideViewPr>
    <p:cSldViewPr snapToGrid="0">
      <p:cViewPr varScale="1">
        <p:scale>
          <a:sx n="136" d="100"/>
          <a:sy n="136" d="100"/>
        </p:scale>
        <p:origin x="2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1FCAE9-3DEB-764F-8998-400EE64C22B2}" type="datetimeFigureOut">
              <a:rPr kumimoji="1" lang="ko-KR" altLang="en-US" smtClean="0"/>
              <a:t>2026. 2. 13.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099D29-55CF-024F-B6ED-45ED28E9F21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86312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099D29-55CF-024F-B6ED-45ED28E9F217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8056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920BC7-C795-5C28-A594-168910E60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04C6619-3DA9-04F6-E842-8D29F8206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A4AF81-36ED-D9D3-27E6-F11D6A57D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1A0D8-4107-2943-9377-900A284446C4}" type="datetimeFigureOut">
              <a:rPr kumimoji="1" lang="ko-KR" altLang="en-US" smtClean="0"/>
              <a:t>2026. 2. 12.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79752F-4CB1-63A3-7FB7-53D738BD1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B63250-6BFC-6E01-3CDB-2187DFD7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462C-C264-6344-AF95-0625AE9E311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50427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F012E3-33DC-23BF-C971-A8F9F640F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C80493-7C39-400F-89FF-EB695FDCE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ABEEA-FA9F-722E-2551-58FE61BC0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1A0D8-4107-2943-9377-900A284446C4}" type="datetimeFigureOut">
              <a:rPr kumimoji="1" lang="ko-KR" altLang="en-US" smtClean="0"/>
              <a:t>2026. 2. 12.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DCAA80-8289-2936-CFC0-7BF9A193E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25CBB3-8093-2B49-41D0-B626E015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462C-C264-6344-AF95-0625AE9E311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670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3E5A3-B15E-F0CF-615C-DBEDDF707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FB94EF-49FF-2A86-D98F-13DAEB417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1274E8-A3ED-C51F-61C8-5CD0AACD5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1A0D8-4107-2943-9377-900A284446C4}" type="datetimeFigureOut">
              <a:rPr kumimoji="1" lang="ko-KR" altLang="en-US" smtClean="0"/>
              <a:t>2026. 2. 12.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ADDB1D-201A-74F3-3249-5C5E6DED0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AFAACB-B380-9531-863D-020F4CA22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462C-C264-6344-AF95-0625AE9E311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7951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E3A8AC-81DA-422C-4759-99B663BAE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3039B7-4177-81EA-A578-E6A30AB00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F794C5-7292-6B1A-FF0E-E6BBC5031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363AD3-EEFC-1F99-88DF-A077B7913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1A0D8-4107-2943-9377-900A284446C4}" type="datetimeFigureOut">
              <a:rPr kumimoji="1" lang="ko-KR" altLang="en-US" smtClean="0"/>
              <a:t>2026. 2. 12.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033B13-C8D8-73BE-9B08-9EA49660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7FA54C-FBD4-58E9-74F9-F9CC69252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462C-C264-6344-AF95-0625AE9E311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21035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ABB5C2-D5FD-15AC-A4BE-2453803F6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E693CA-2263-F26C-93D0-CD7BF5872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CE7CB2-DEDA-0D00-768F-4F05A4843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810683-65FD-3820-CCB2-0782C3DA68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A535668-E0EA-3DD8-B8D0-54FA7DD957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A379E6-A363-1220-BC1A-9A6AE2854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1A0D8-4107-2943-9377-900A284446C4}" type="datetimeFigureOut">
              <a:rPr kumimoji="1" lang="ko-KR" altLang="en-US" smtClean="0"/>
              <a:t>2026. 2. 12.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E8E3B18-36B4-F4D1-F2AB-E018E7F77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9466927-E4D5-8A16-D65A-17B2F481D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462C-C264-6344-AF95-0625AE9E311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7101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9C742-7434-A776-0209-44DAF4F9A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3211B4-1D2F-5823-131A-5209C4C67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1A0D8-4107-2943-9377-900A284446C4}" type="datetimeFigureOut">
              <a:rPr kumimoji="1" lang="ko-KR" altLang="en-US" smtClean="0"/>
              <a:t>2026. 2. 12.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AC5EF8-B560-E7B3-E3CF-7F970B8EC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CCC155-AF39-FA16-2A0D-D3BA02785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462C-C264-6344-AF95-0625AE9E311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24263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8B2C54-06B1-9275-846E-C4E047CE7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1A0D8-4107-2943-9377-900A284446C4}" type="datetimeFigureOut">
              <a:rPr kumimoji="1" lang="ko-KR" altLang="en-US" smtClean="0"/>
              <a:t>2026. 2. 12.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45408E7-EB9F-EC87-6E10-1C6F3A942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1B7D64-D778-2303-48FA-0FC8BC8F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462C-C264-6344-AF95-0625AE9E311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2991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868E4D-6B5B-7E2E-B191-767700237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6914F5-362B-A2DB-F2E5-B7600B61B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64C229-7925-8DDE-17C2-781597952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733B39-827D-E097-A8F3-2F723BDF9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1A0D8-4107-2943-9377-900A284446C4}" type="datetimeFigureOut">
              <a:rPr kumimoji="1" lang="ko-KR" altLang="en-US" smtClean="0"/>
              <a:t>2026. 2. 12.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86D26D-2FF0-1F53-BFFB-5FECFD158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A7A5FC-14B3-5FD8-8A45-1ECBB78B4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462C-C264-6344-AF95-0625AE9E311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3756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AA8A6B-606E-A282-EAE1-1C1746BE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36CCB0-8008-12E5-7161-5BFE688C4F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6D90A0-8EA4-D6AF-BBA5-C2C2BF3FF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BADCC6-03B9-4C73-230C-02C67EA0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1A0D8-4107-2943-9377-900A284446C4}" type="datetimeFigureOut">
              <a:rPr kumimoji="1" lang="ko-KR" altLang="en-US" smtClean="0"/>
              <a:t>2026. 2. 12.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7A4A25-A252-38DD-6897-A92D851CF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9E5EB4-67CD-D8A4-ED36-7C9148CC7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462C-C264-6344-AF95-0625AE9E311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44290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F0877-886C-EE6E-96A1-F9DA2021D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A2E95D-4377-B987-6BCC-C5B36831A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202815-F02F-4D94-290D-69A012B31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1A0D8-4107-2943-9377-900A284446C4}" type="datetimeFigureOut">
              <a:rPr kumimoji="1" lang="ko-KR" altLang="en-US" smtClean="0"/>
              <a:t>2026. 2. 12.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83EEFE-40ED-E56C-D8CF-330A3C559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FEECF8-25F1-E110-357D-7EE7C3EE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462C-C264-6344-AF95-0625AE9E311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69405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818FCB-1197-3904-F843-1CD01643A8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EDB4A6-08CB-1CCC-8589-9D1591EEE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B33F14-80D3-0E68-C0C1-499EF1BD4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1A0D8-4107-2943-9377-900A284446C4}" type="datetimeFigureOut">
              <a:rPr kumimoji="1" lang="ko-KR" altLang="en-US" smtClean="0"/>
              <a:t>2026. 2. 12.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DED511-304E-42F7-51A9-63F38A58B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1DFF3C-5A48-590B-35BC-ADA4E0B8D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462C-C264-6344-AF95-0625AE9E311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58831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015BCB-94B4-61F7-4A98-FE28D5ACD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4C709A-B5A1-C17C-D3DC-815AE5168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84BD53-D490-0918-BD2C-B4F05BDD20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1A0D8-4107-2943-9377-900A284446C4}" type="datetimeFigureOut">
              <a:rPr kumimoji="1" lang="ko-KR" altLang="en-US" smtClean="0"/>
              <a:t>2026. 2. 12.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BB8AF-75C6-11F8-C494-8BB5198911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39BCA7-43C4-4287-8D63-C928DA5DA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5462C-C264-6344-AF95-0625AE9E311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05991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나무, 스크린샷, 산이(가) 표시된 사진&#10;&#10;자동 생성된 설명">
            <a:extLst>
              <a:ext uri="{FF2B5EF4-FFF2-40B4-BE49-F238E27FC236}">
                <a16:creationId xmlns:a16="http://schemas.microsoft.com/office/drawing/2014/main" id="{BDCFF2DB-CBD5-5B2D-C3CC-DF42E8A0F0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540" r="27523"/>
          <a:stretch/>
        </p:blipFill>
        <p:spPr>
          <a:xfrm>
            <a:off x="582227" y="1690188"/>
            <a:ext cx="5198130" cy="5016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2DF076-F866-4869-DC03-EA7704091BEB}"/>
              </a:ext>
            </a:extLst>
          </p:cNvPr>
          <p:cNvSpPr txBox="1"/>
          <p:nvPr/>
        </p:nvSpPr>
        <p:spPr>
          <a:xfrm>
            <a:off x="575035" y="452486"/>
            <a:ext cx="60244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메인 페이지 </a:t>
            </a:r>
            <a:r>
              <a:rPr kumimoji="1" lang="en-US" altLang="ko-KR" sz="2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r>
              <a:rPr kumimoji="1" lang="ko-KR" altLang="en-US" sz="2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2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https://</a:t>
            </a:r>
            <a:r>
              <a:rPr kumimoji="1" lang="en-US" altLang="ko-KR" sz="2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sierraclub.co.kr</a:t>
            </a:r>
            <a:endParaRPr kumimoji="1" lang="ko-KR" altLang="en-US" sz="2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A0D117-51C0-9ACA-E79A-15F81130A988}"/>
              </a:ext>
            </a:extLst>
          </p:cNvPr>
          <p:cNvSpPr txBox="1"/>
          <p:nvPr/>
        </p:nvSpPr>
        <p:spPr>
          <a:xfrm>
            <a:off x="582227" y="1026311"/>
            <a:ext cx="50064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로그인 및 간편산행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게스트 산행 신청 등이 가능하며</a:t>
            </a:r>
            <a:endParaRPr kumimoji="1"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외부에서도 누구나 방문 가능한 </a:t>
            </a:r>
            <a:r>
              <a:rPr kumimoji="1" lang="ko-KR" altLang="en-US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시애라에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대한 소개가 이루어지는 곳입니다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0" name="그림 9" descr="스크린샷, 멀티미디어 소프트웨어, 비디오 게임 소프트웨어, PC 게임이(가) 표시된 사진&#10;&#10;자동 생성된 설명">
            <a:extLst>
              <a:ext uri="{FF2B5EF4-FFF2-40B4-BE49-F238E27FC236}">
                <a16:creationId xmlns:a16="http://schemas.microsoft.com/office/drawing/2014/main" id="{2C53298A-3D6A-912C-BCC7-B7A22DA24E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6312"/>
          <a:stretch/>
        </p:blipFill>
        <p:spPr>
          <a:xfrm>
            <a:off x="7314382" y="0"/>
            <a:ext cx="33061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958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소프트웨어, 컴퓨터 아이콘, 웹 페이지이(가) 표시된 사진&#10;&#10;자동 생성된 설명">
            <a:extLst>
              <a:ext uri="{FF2B5EF4-FFF2-40B4-BE49-F238E27FC236}">
                <a16:creationId xmlns:a16="http://schemas.microsoft.com/office/drawing/2014/main" id="{5A47E967-81C6-A4A0-185D-FCEBE27B7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002" y="641022"/>
            <a:ext cx="6554186" cy="6858000"/>
          </a:xfrm>
          <a:prstGeom prst="rect">
            <a:avLst/>
          </a:prstGeom>
        </p:spPr>
      </p:pic>
      <p:pic>
        <p:nvPicPr>
          <p:cNvPr id="11" name="그림 10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BBCADD4A-97D5-DCB0-F131-CBF119FF9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644" y="0"/>
            <a:ext cx="1970572" cy="6858000"/>
          </a:xfrm>
          <a:prstGeom prst="rect">
            <a:avLst/>
          </a:prstGeom>
        </p:spPr>
      </p:pic>
      <p:pic>
        <p:nvPicPr>
          <p:cNvPr id="13" name="그림 12" descr="텍스트, 스크린샷, 소프트웨어, 웹 페이지이(가) 표시된 사진&#10;&#10;자동 생성된 설명">
            <a:extLst>
              <a:ext uri="{FF2B5EF4-FFF2-40B4-BE49-F238E27FC236}">
                <a16:creationId xmlns:a16="http://schemas.microsoft.com/office/drawing/2014/main" id="{F1691E49-27DC-3B6A-876D-870169E08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8619" y="137756"/>
            <a:ext cx="50507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702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BBE406-8E60-86A3-5DA0-07A9B9CD5359}"/>
              </a:ext>
            </a:extLst>
          </p:cNvPr>
          <p:cNvSpPr txBox="1"/>
          <p:nvPr/>
        </p:nvSpPr>
        <p:spPr>
          <a:xfrm>
            <a:off x="575035" y="452486"/>
            <a:ext cx="44181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로그인 </a:t>
            </a:r>
            <a:r>
              <a:rPr kumimoji="1" lang="en-US" altLang="ko-KR" sz="2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r>
              <a:rPr kumimoji="1" lang="ko-KR" altLang="en-US" sz="2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구글 계정으로 가입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848C7-8A05-9805-1622-AD7984359FF8}"/>
              </a:ext>
            </a:extLst>
          </p:cNvPr>
          <p:cNvSpPr txBox="1"/>
          <p:nvPr/>
        </p:nvSpPr>
        <p:spPr>
          <a:xfrm>
            <a:off x="582227" y="1026311"/>
            <a:ext cx="4039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현재 모든 회원정보는 사전 등록이 완료 되어 있습니다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다만 </a:t>
            </a:r>
            <a:r>
              <a:rPr kumimoji="1" lang="ko-KR" altLang="en-US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시애라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홈페이지 활동을 위한 계정 등록이 필요합니다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4" name="그림 3" descr="텍스트, 나무, 스크린샷, 산이(가) 표시된 사진&#10;&#10;자동 생성된 설명">
            <a:extLst>
              <a:ext uri="{FF2B5EF4-FFF2-40B4-BE49-F238E27FC236}">
                <a16:creationId xmlns:a16="http://schemas.microsoft.com/office/drawing/2014/main" id="{F556F4FA-3B24-F7DD-A02A-02BCE6F657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54" t="73547" r="49873" b="13756"/>
          <a:stretch/>
        </p:blipFill>
        <p:spPr>
          <a:xfrm>
            <a:off x="700727" y="1717629"/>
            <a:ext cx="3531909" cy="1012074"/>
          </a:xfrm>
          <a:prstGeom prst="rect">
            <a:avLst/>
          </a:prstGeom>
        </p:spPr>
      </p:pic>
      <p:pic>
        <p:nvPicPr>
          <p:cNvPr id="5" name="그림 4" descr="텍스트, 스크린샷, 소프트웨어, 운영 체제이(가) 표시된 사진&#10;&#10;자동 생성된 설명">
            <a:extLst>
              <a:ext uri="{FF2B5EF4-FFF2-40B4-BE49-F238E27FC236}">
                <a16:creationId xmlns:a16="http://schemas.microsoft.com/office/drawing/2014/main" id="{B854266F-9496-EFC3-E401-5E41A837F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354" y="1717629"/>
            <a:ext cx="3246612" cy="4341934"/>
          </a:xfrm>
          <a:prstGeom prst="rect">
            <a:avLst/>
          </a:prstGeom>
        </p:spPr>
      </p:pic>
      <p:pic>
        <p:nvPicPr>
          <p:cNvPr id="6" name="그림 5" descr="텍스트, 스크린샷, 멀티미디어, 정보기기이(가) 표시된 사진&#10;&#10;자동 생성된 설명">
            <a:extLst>
              <a:ext uri="{FF2B5EF4-FFF2-40B4-BE49-F238E27FC236}">
                <a16:creationId xmlns:a16="http://schemas.microsoft.com/office/drawing/2014/main" id="{8B9474C8-DF5E-2479-709C-F6CC0CEFC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944" y="1717629"/>
            <a:ext cx="3310229" cy="434670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BE294E5-DD89-09EA-3900-015C7D9C0204}"/>
              </a:ext>
            </a:extLst>
          </p:cNvPr>
          <p:cNvSpPr/>
          <p:nvPr/>
        </p:nvSpPr>
        <p:spPr>
          <a:xfrm>
            <a:off x="769856" y="2045618"/>
            <a:ext cx="1718820" cy="565607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78E158A-EE5E-8A1E-7032-319DA3D55F7D}"/>
              </a:ext>
            </a:extLst>
          </p:cNvPr>
          <p:cNvSpPr/>
          <p:nvPr/>
        </p:nvSpPr>
        <p:spPr>
          <a:xfrm>
            <a:off x="5305720" y="3572758"/>
            <a:ext cx="1340177" cy="2828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930D2F-7851-FD4A-14C6-C626B4748288}"/>
              </a:ext>
            </a:extLst>
          </p:cNvPr>
          <p:cNvSpPr/>
          <p:nvPr/>
        </p:nvSpPr>
        <p:spPr>
          <a:xfrm>
            <a:off x="5305720" y="4007962"/>
            <a:ext cx="1340177" cy="2828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46126A-AA4E-6B85-F931-4FD65F28064F}"/>
              </a:ext>
            </a:extLst>
          </p:cNvPr>
          <p:cNvSpPr/>
          <p:nvPr/>
        </p:nvSpPr>
        <p:spPr>
          <a:xfrm>
            <a:off x="5305720" y="4456083"/>
            <a:ext cx="1340177" cy="2828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0A8673A-7558-45BB-D6B0-3FB5B7A92C9A}"/>
              </a:ext>
            </a:extLst>
          </p:cNvPr>
          <p:cNvSpPr/>
          <p:nvPr/>
        </p:nvSpPr>
        <p:spPr>
          <a:xfrm>
            <a:off x="5305719" y="4904204"/>
            <a:ext cx="1340177" cy="2828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5106071-FA9E-333B-8843-EEE4187E1ED4}"/>
              </a:ext>
            </a:extLst>
          </p:cNvPr>
          <p:cNvSpPr/>
          <p:nvPr/>
        </p:nvSpPr>
        <p:spPr>
          <a:xfrm>
            <a:off x="5323786" y="5364019"/>
            <a:ext cx="1340177" cy="2828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655170-0F17-0222-8196-C12B3F1546C6}"/>
              </a:ext>
            </a:extLst>
          </p:cNvPr>
          <p:cNvSpPr txBox="1"/>
          <p:nvPr/>
        </p:nvSpPr>
        <p:spPr>
          <a:xfrm>
            <a:off x="5246484" y="1300123"/>
            <a:ext cx="23631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Case.1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이미 등록 된 계정 중 선택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E38331-1666-88E7-1190-C85F1062BA86}"/>
              </a:ext>
            </a:extLst>
          </p:cNvPr>
          <p:cNvSpPr txBox="1"/>
          <p:nvPr/>
        </p:nvSpPr>
        <p:spPr>
          <a:xfrm>
            <a:off x="9052637" y="1300122"/>
            <a:ext cx="1988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Case.2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구글 이메일 로그인</a:t>
            </a:r>
          </a:p>
        </p:txBody>
      </p:sp>
    </p:spTree>
    <p:extLst>
      <p:ext uri="{BB962C8B-B14F-4D97-AF65-F5344CB8AC3E}">
        <p14:creationId xmlns:p14="http://schemas.microsoft.com/office/powerpoint/2010/main" val="3591551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BBE406-8E60-86A3-5DA0-07A9B9CD5359}"/>
              </a:ext>
            </a:extLst>
          </p:cNvPr>
          <p:cNvSpPr txBox="1"/>
          <p:nvPr/>
        </p:nvSpPr>
        <p:spPr>
          <a:xfrm>
            <a:off x="575035" y="452486"/>
            <a:ext cx="41809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로그인 </a:t>
            </a:r>
            <a:r>
              <a:rPr kumimoji="1" lang="en-US" altLang="ko-KR" sz="2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r>
              <a:rPr kumimoji="1" lang="ko-KR" altLang="en-US" sz="2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휴대폰 번호 인증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848C7-8A05-9805-1622-AD7984359FF8}"/>
              </a:ext>
            </a:extLst>
          </p:cNvPr>
          <p:cNvSpPr txBox="1"/>
          <p:nvPr/>
        </p:nvSpPr>
        <p:spPr>
          <a:xfrm>
            <a:off x="582227" y="1026311"/>
            <a:ext cx="4039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현재 모든 회원정보는 사전 등록이 완료 되어 있습니다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다만 </a:t>
            </a:r>
            <a:r>
              <a:rPr kumimoji="1" lang="ko-KR" altLang="en-US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시애라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홈페이지 활동을 위한 계정 등록이 필요합니다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4" name="그림 3" descr="텍스트, 나무, 스크린샷, 산이(가) 표시된 사진&#10;&#10;자동 생성된 설명">
            <a:extLst>
              <a:ext uri="{FF2B5EF4-FFF2-40B4-BE49-F238E27FC236}">
                <a16:creationId xmlns:a16="http://schemas.microsoft.com/office/drawing/2014/main" id="{F556F4FA-3B24-F7DD-A02A-02BCE6F657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54" t="73547" r="49873" b="13756"/>
          <a:stretch/>
        </p:blipFill>
        <p:spPr>
          <a:xfrm>
            <a:off x="700727" y="1717629"/>
            <a:ext cx="3531909" cy="101207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BE294E5-DD89-09EA-3900-015C7D9C0204}"/>
              </a:ext>
            </a:extLst>
          </p:cNvPr>
          <p:cNvSpPr/>
          <p:nvPr/>
        </p:nvSpPr>
        <p:spPr>
          <a:xfrm>
            <a:off x="2400693" y="2045618"/>
            <a:ext cx="1718820" cy="565607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655170-0F17-0222-8196-C12B3F1546C6}"/>
              </a:ext>
            </a:extLst>
          </p:cNvPr>
          <p:cNvSpPr txBox="1"/>
          <p:nvPr/>
        </p:nvSpPr>
        <p:spPr>
          <a:xfrm>
            <a:off x="5516588" y="1300123"/>
            <a:ext cx="18229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Step.1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휴대폰 번호 입력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E38331-1666-88E7-1190-C85F1062BA86}"/>
              </a:ext>
            </a:extLst>
          </p:cNvPr>
          <p:cNvSpPr txBox="1"/>
          <p:nvPr/>
        </p:nvSpPr>
        <p:spPr>
          <a:xfrm>
            <a:off x="9207325" y="1300122"/>
            <a:ext cx="1678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Step.2 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인증 번호 입력</a:t>
            </a:r>
          </a:p>
        </p:txBody>
      </p:sp>
      <p:pic>
        <p:nvPicPr>
          <p:cNvPr id="15" name="그림 14" descr="텍스트, 전자제품, 스크린샷, 멀티미디어이(가) 표시된 사진&#10;&#10;자동 생성된 설명">
            <a:extLst>
              <a:ext uri="{FF2B5EF4-FFF2-40B4-BE49-F238E27FC236}">
                <a16:creationId xmlns:a16="http://schemas.microsoft.com/office/drawing/2014/main" id="{2CE57CFA-18CF-9E4F-C512-FC1ADF61B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4294" y="1717629"/>
            <a:ext cx="2596151" cy="4130741"/>
          </a:xfrm>
          <a:prstGeom prst="rect">
            <a:avLst/>
          </a:prstGeom>
        </p:spPr>
      </p:pic>
      <p:pic>
        <p:nvPicPr>
          <p:cNvPr id="16" name="그림 15" descr="텍스트, 스크린샷, 운영 체제, 폰트이(가) 표시된 사진&#10;&#10;자동 생성된 설명">
            <a:extLst>
              <a:ext uri="{FF2B5EF4-FFF2-40B4-BE49-F238E27FC236}">
                <a16:creationId xmlns:a16="http://schemas.microsoft.com/office/drawing/2014/main" id="{F08EAA17-821E-1A8B-9F2E-DDFFB926487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588" t="5995" r="4668" b="3128"/>
          <a:stretch/>
        </p:blipFill>
        <p:spPr>
          <a:xfrm>
            <a:off x="4841108" y="1717629"/>
            <a:ext cx="3173897" cy="355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544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BBE406-8E60-86A3-5DA0-07A9B9CD5359}"/>
              </a:ext>
            </a:extLst>
          </p:cNvPr>
          <p:cNvSpPr txBox="1"/>
          <p:nvPr/>
        </p:nvSpPr>
        <p:spPr>
          <a:xfrm>
            <a:off x="575035" y="452486"/>
            <a:ext cx="3294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비 로그인 산행 신청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848C7-8A05-9805-1622-AD7984359FF8}"/>
              </a:ext>
            </a:extLst>
          </p:cNvPr>
          <p:cNvSpPr txBox="1"/>
          <p:nvPr/>
        </p:nvSpPr>
        <p:spPr>
          <a:xfrm>
            <a:off x="582227" y="1026311"/>
            <a:ext cx="6157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매번 로그인 후 산행 신청의 불편함을 보완하기 위한 장치로</a:t>
            </a:r>
            <a:endParaRPr kumimoji="1"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회원가입을 진행하지 않아도 산행 신청은 가능 합니다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비 회원가입 시 홈페이지 접속은 불가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kumimoji="1"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8" name="그림 7" descr="텍스트, 나무, 스크린샷, 산이(가) 표시된 사진&#10;&#10;자동 생성된 설명">
            <a:extLst>
              <a:ext uri="{FF2B5EF4-FFF2-40B4-BE49-F238E27FC236}">
                <a16:creationId xmlns:a16="http://schemas.microsoft.com/office/drawing/2014/main" id="{82A93B4E-8902-CAA0-811A-D38689467C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257" t="73741" r="29898" b="14257"/>
          <a:stretch/>
        </p:blipFill>
        <p:spPr>
          <a:xfrm>
            <a:off x="663926" y="1734732"/>
            <a:ext cx="3232892" cy="88572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FDACD66-1471-C248-91C2-C71C72C8EC23}"/>
              </a:ext>
            </a:extLst>
          </p:cNvPr>
          <p:cNvSpPr/>
          <p:nvPr/>
        </p:nvSpPr>
        <p:spPr>
          <a:xfrm>
            <a:off x="729910" y="2083326"/>
            <a:ext cx="1541949" cy="405352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1" name="그림 10" descr="텍스트, 스크린샷, 소프트웨어, 웹 페이지이(가) 표시된 사진&#10;&#10;자동 생성된 설명">
            <a:extLst>
              <a:ext uri="{FF2B5EF4-FFF2-40B4-BE49-F238E27FC236}">
                <a16:creationId xmlns:a16="http://schemas.microsoft.com/office/drawing/2014/main" id="{1CF837EB-5183-D4E8-3F26-72DFB012A6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267" t="5017" r="33622" b="4400"/>
          <a:stretch/>
        </p:blipFill>
        <p:spPr>
          <a:xfrm>
            <a:off x="8690608" y="452486"/>
            <a:ext cx="2573518" cy="612742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58DB125-0DEC-1737-C308-785466766122}"/>
              </a:ext>
            </a:extLst>
          </p:cNvPr>
          <p:cNvSpPr/>
          <p:nvPr/>
        </p:nvSpPr>
        <p:spPr>
          <a:xfrm>
            <a:off x="8979934" y="3428999"/>
            <a:ext cx="2030573" cy="1246695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991B7E-C277-3406-5C44-B8F3B092C21F}"/>
              </a:ext>
            </a:extLst>
          </p:cNvPr>
          <p:cNvSpPr txBox="1"/>
          <p:nvPr/>
        </p:nvSpPr>
        <p:spPr>
          <a:xfrm>
            <a:off x="6128677" y="3913846"/>
            <a:ext cx="2701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2.</a:t>
            </a:r>
            <a:r>
              <a:rPr kumimoji="1"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A/B</a:t>
            </a:r>
            <a:r>
              <a:rPr kumimoji="1"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조 선택 </a:t>
            </a:r>
            <a:r>
              <a:rPr kumimoji="1"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kumimoji="1"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미 선택 시 기본값 </a:t>
            </a:r>
            <a:r>
              <a:rPr kumimoji="1"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A</a:t>
            </a:r>
            <a:r>
              <a:rPr kumimoji="1"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조</a:t>
            </a:r>
            <a:r>
              <a:rPr kumimoji="1"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kumimoji="1" lang="ko-KR" altLang="en-US" sz="12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FC34B98-77E3-86B5-CCC9-6C1A857984D1}"/>
              </a:ext>
            </a:extLst>
          </p:cNvPr>
          <p:cNvSpPr/>
          <p:nvPr/>
        </p:nvSpPr>
        <p:spPr>
          <a:xfrm>
            <a:off x="8990360" y="1922283"/>
            <a:ext cx="2030573" cy="1396344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562E2D-468D-354D-755B-1F26BFF30861}"/>
              </a:ext>
            </a:extLst>
          </p:cNvPr>
          <p:cNvSpPr txBox="1"/>
          <p:nvPr/>
        </p:nvSpPr>
        <p:spPr>
          <a:xfrm>
            <a:off x="6128677" y="2506351"/>
            <a:ext cx="13195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1.</a:t>
            </a:r>
            <a:r>
              <a:rPr kumimoji="1"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산행 정보 확인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CBD302-9F59-0CF9-A0CF-2FBB618891E8}"/>
              </a:ext>
            </a:extLst>
          </p:cNvPr>
          <p:cNvSpPr txBox="1"/>
          <p:nvPr/>
        </p:nvSpPr>
        <p:spPr>
          <a:xfrm>
            <a:off x="6128677" y="4949336"/>
            <a:ext cx="259237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3.</a:t>
            </a:r>
            <a:r>
              <a:rPr kumimoji="1" lang="ko-KR" altLang="en-US" sz="12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이름 검색 </a:t>
            </a:r>
            <a:r>
              <a:rPr kumimoji="1" lang="en-US" altLang="ko-KR" sz="12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r>
              <a:rPr kumimoji="1" lang="ko-KR" altLang="en-US" sz="12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검색 후 회원 이름 선택</a:t>
            </a:r>
            <a:endParaRPr kumimoji="1" lang="en-US" altLang="ko-KR" sz="1200" b="1" dirty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endParaRPr kumimoji="1" lang="en-US" altLang="ko-KR" sz="12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kumimoji="1"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kumimoji="1" lang="ko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 외부 보안 이슈로 이름 및 소속 </a:t>
            </a:r>
            <a:r>
              <a:rPr kumimoji="1" lang="ko-KR" altLang="en-US" sz="105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마스킹</a:t>
            </a:r>
            <a:endParaRPr kumimoji="1" lang="ko-KR" altLang="en-US" sz="105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8CA8630-4CBF-C055-9CD6-530822A28E04}"/>
              </a:ext>
            </a:extLst>
          </p:cNvPr>
          <p:cNvSpPr/>
          <p:nvPr/>
        </p:nvSpPr>
        <p:spPr>
          <a:xfrm>
            <a:off x="8990360" y="4786067"/>
            <a:ext cx="2030573" cy="1143394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A4432F-9DB1-63DF-AE86-D822DE624409}"/>
              </a:ext>
            </a:extLst>
          </p:cNvPr>
          <p:cNvSpPr txBox="1"/>
          <p:nvPr/>
        </p:nvSpPr>
        <p:spPr>
          <a:xfrm>
            <a:off x="663926" y="3149350"/>
            <a:ext cx="42434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페이지 입장 후 이름만 입력하면 산행 신청 완료</a:t>
            </a:r>
          </a:p>
        </p:txBody>
      </p:sp>
    </p:spTree>
    <p:extLst>
      <p:ext uri="{BB962C8B-B14F-4D97-AF65-F5344CB8AC3E}">
        <p14:creationId xmlns:p14="http://schemas.microsoft.com/office/powerpoint/2010/main" val="1832293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스크린샷, 텍스트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26AD98D7-2189-E7DD-DC37-F89B01DB54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864" t="4558" r="26805" b="1867"/>
          <a:stretch/>
        </p:blipFill>
        <p:spPr>
          <a:xfrm>
            <a:off x="7164370" y="332295"/>
            <a:ext cx="3601039" cy="61934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1974C3-4B6B-6F47-1B27-6AC52EEB8A12}"/>
              </a:ext>
            </a:extLst>
          </p:cNvPr>
          <p:cNvSpPr txBox="1"/>
          <p:nvPr/>
        </p:nvSpPr>
        <p:spPr>
          <a:xfrm>
            <a:off x="575035" y="452486"/>
            <a:ext cx="2416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추가 정보 입력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5D1B62-5AF6-2E8A-BBA0-A1DE9DBEF069}"/>
              </a:ext>
            </a:extLst>
          </p:cNvPr>
          <p:cNvSpPr txBox="1"/>
          <p:nvPr/>
        </p:nvSpPr>
        <p:spPr>
          <a:xfrm>
            <a:off x="582227" y="1026311"/>
            <a:ext cx="4083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이름과 연락처는 필수 항목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으로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kumimoji="1"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등록 된 회원 정보와 </a:t>
            </a:r>
            <a:r>
              <a:rPr kumimoji="1" lang="ko-KR" altLang="en-US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매칭을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위해 반드시 필요한 정보 입니다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3471E3-4C89-4D0B-3030-3B0DCF5686C6}"/>
              </a:ext>
            </a:extLst>
          </p:cNvPr>
          <p:cNvSpPr txBox="1"/>
          <p:nvPr/>
        </p:nvSpPr>
        <p:spPr>
          <a:xfrm>
            <a:off x="582227" y="2498901"/>
            <a:ext cx="4992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정보도 적극적으로 작성 부탁드립니다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endParaRPr kumimoji="1"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최소 정보만 노출되며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추가 정보 노출은 운영진 회의를 통해서 결정 됩니다</a:t>
            </a:r>
          </a:p>
        </p:txBody>
      </p:sp>
    </p:spTree>
    <p:extLst>
      <p:ext uri="{BB962C8B-B14F-4D97-AF65-F5344CB8AC3E}">
        <p14:creationId xmlns:p14="http://schemas.microsoft.com/office/powerpoint/2010/main" val="787300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A1AE4E34-87FE-9B27-45B7-634B4BE1B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821" y="560538"/>
            <a:ext cx="4605534" cy="59152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133204-56C0-9C2B-DF06-83E15579B3AD}"/>
              </a:ext>
            </a:extLst>
          </p:cNvPr>
          <p:cNvSpPr txBox="1"/>
          <p:nvPr/>
        </p:nvSpPr>
        <p:spPr>
          <a:xfrm>
            <a:off x="1664371" y="3518154"/>
            <a:ext cx="3050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2026</a:t>
            </a:r>
            <a:r>
              <a:rPr lang="ko-KR" altLang="en-US" dirty="0"/>
              <a:t>년 </a:t>
            </a:r>
            <a:r>
              <a:rPr lang="en-US" altLang="ko-KR" dirty="0"/>
              <a:t>2</a:t>
            </a:r>
            <a:r>
              <a:rPr lang="ko-KR" altLang="en-US" dirty="0"/>
              <a:t>월 기준 </a:t>
            </a:r>
            <a:r>
              <a:rPr lang="en-US" altLang="ko-KR" dirty="0"/>
              <a:t>100</a:t>
            </a:r>
            <a:r>
              <a:rPr lang="ko-KR" altLang="en-US" dirty="0"/>
              <a:t>명 </a:t>
            </a:r>
            <a:endParaRPr lang="en-US" altLang="ko-KR" dirty="0"/>
          </a:p>
          <a:p>
            <a:pPr algn="ctr"/>
            <a:r>
              <a:rPr lang="ko-KR" altLang="en-US" dirty="0"/>
              <a:t>정회원 정보 일괄 등록 완료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423EFA-5B56-22A7-1332-17E8952FF3B9}"/>
              </a:ext>
            </a:extLst>
          </p:cNvPr>
          <p:cNvSpPr txBox="1"/>
          <p:nvPr/>
        </p:nvSpPr>
        <p:spPr>
          <a:xfrm>
            <a:off x="575035" y="452486"/>
            <a:ext cx="55034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기존 </a:t>
            </a:r>
            <a:r>
              <a:rPr kumimoji="1" lang="en-US" altLang="ko-KR" sz="2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100</a:t>
            </a:r>
            <a:r>
              <a:rPr kumimoji="1" lang="ko-KR" altLang="en-US" sz="2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인 정회원 정보 입력 완료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D3A15-199B-7D51-F2C8-DB0E57478857}"/>
              </a:ext>
            </a:extLst>
          </p:cNvPr>
          <p:cNvSpPr txBox="1"/>
          <p:nvPr/>
        </p:nvSpPr>
        <p:spPr>
          <a:xfrm>
            <a:off x="582227" y="1026311"/>
            <a:ext cx="4948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이름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연락처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소속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직책 정보를 기준으로 일괄 등록이 완료 되었습니다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회원가입을 진행하지 않아도 이 정보를 기반으로 산행 신청이 가능합니다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2038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A6CB6B18-0BAC-904F-E6AB-D521F0723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078" y="452486"/>
            <a:ext cx="3912123" cy="60795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B591CB-1516-4D98-6110-4F99750DF6F6}"/>
              </a:ext>
            </a:extLst>
          </p:cNvPr>
          <p:cNvSpPr txBox="1"/>
          <p:nvPr/>
        </p:nvSpPr>
        <p:spPr>
          <a:xfrm>
            <a:off x="575035" y="452486"/>
            <a:ext cx="27542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게스트 산행 신청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3E572-407E-503B-6C0E-6C6F7A71D091}"/>
              </a:ext>
            </a:extLst>
          </p:cNvPr>
          <p:cNvSpPr txBox="1"/>
          <p:nvPr/>
        </p:nvSpPr>
        <p:spPr>
          <a:xfrm>
            <a:off x="582227" y="1026311"/>
            <a:ext cx="3332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홈페이지를 통해 게스트 산행 신청이 가능합니다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endParaRPr kumimoji="1"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B6848B-F728-D24B-BB72-C511C951CAF6}"/>
              </a:ext>
            </a:extLst>
          </p:cNvPr>
          <p:cNvSpPr txBox="1"/>
          <p:nvPr/>
        </p:nvSpPr>
        <p:spPr>
          <a:xfrm>
            <a:off x="1077799" y="3169093"/>
            <a:ext cx="42707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구글 또는 휴대폰 인증 후 개인정보 입력</a:t>
            </a:r>
            <a:endParaRPr kumimoji="1"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-&gt;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산행 정보 및 입금 정보까지 제공</a:t>
            </a:r>
            <a:endParaRPr kumimoji="1"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-&gt;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r>
              <a:rPr kumimoji="1"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회 게스트 참석 후 운영진이 시스템을 통해 정회원으로 승격</a:t>
            </a:r>
          </a:p>
        </p:txBody>
      </p:sp>
    </p:spTree>
    <p:extLst>
      <p:ext uri="{BB962C8B-B14F-4D97-AF65-F5344CB8AC3E}">
        <p14:creationId xmlns:p14="http://schemas.microsoft.com/office/powerpoint/2010/main" val="1768603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</TotalTime>
  <Words>292</Words>
  <Application>Microsoft Macintosh PowerPoint</Application>
  <PresentationFormat>와이드스크린</PresentationFormat>
  <Paragraphs>39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NanumGothic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Hyojoon Choi</dc:creator>
  <cp:lastModifiedBy>Hyojoon Choi</cp:lastModifiedBy>
  <cp:revision>1</cp:revision>
  <dcterms:created xsi:type="dcterms:W3CDTF">2026-02-12T13:53:03Z</dcterms:created>
  <dcterms:modified xsi:type="dcterms:W3CDTF">2026-02-13T08:07:11Z</dcterms:modified>
</cp:coreProperties>
</file>